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平台能力展示</a:t>
            </a:r>
            <a:endParaRPr sz="1050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DS8 Golden Run Path 看板</a:t>
            </a:r>
            <a:endParaRPr sz="27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57325"/>
            <a:ext cx="108204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10875" y="466725"/>
            <a:ext cx="714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25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6954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650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关键界面与功能演示</a:t>
            </a:r>
            <a:endParaRPr sz="1650" b="1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2181225"/>
            <a:ext cx="3390900" cy="2819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371725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362325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看板总览截图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5114925"/>
            <a:ext cx="3390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1  看板总览</a:t>
            </a:r>
            <a:endParaRPr sz="1275" b="1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00550" y="2181225"/>
            <a:ext cx="3390900" cy="2819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91050" y="2371725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3362325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关键路径截图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00550" y="5114925"/>
            <a:ext cx="3390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2  关键路径</a:t>
            </a:r>
            <a:endParaRPr sz="1275" b="1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15300" y="2181225"/>
            <a:ext cx="3390900" cy="2819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05800" y="2371725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24850" y="3362325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运行详情截图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15300" y="5114925"/>
            <a:ext cx="3390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3  运行详情</a:t>
            </a:r>
            <a:endParaRPr sz="1275" b="1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5610225"/>
            <a:ext cx="38100" cy="447675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95350" y="5591175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后续规划</a:t>
            </a:r>
            <a:endParaRPr sz="1275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047875" y="5572125"/>
            <a:ext cx="923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完善数据底座，接入 AI 中台，并逐步扩展</a:t>
            </a:r>
            <a:r>
              <a:rPr lang="zh-CN" sz="15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</a:t>
            </a:r>
            <a:r>
              <a: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zh-CN"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sz="15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随数据滚动实时计算</a:t>
            </a:r>
            <a:r>
              <a:rPr lang="en-US" altLang="zh-CN" sz="15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golden runpath</a:t>
            </a:r>
            <a:r>
              <a:rPr lang="zh-CN" altLang="en-US" sz="15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并跟踪</a:t>
            </a:r>
            <a:r>
              <a:rPr lang="zh-CN" altLang="en-US" sz="15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漂移情况</a:t>
            </a:r>
            <a:endParaRPr lang="zh-CN" altLang="en-US" sz="15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69975" y="6210300"/>
            <a:ext cx="5746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F0"/>
                </a:solidFill>
              </a:rPr>
              <a:t>从表中可以看出什么：</a:t>
            </a:r>
            <a:r>
              <a:rPr lang="en-US" altLang="zh-CN">
                <a:solidFill>
                  <a:srgbClr val="00B0F0"/>
                </a:solidFill>
              </a:rPr>
              <a:t>golden run path </a:t>
            </a:r>
            <a:r>
              <a:rPr lang="zh-CN" altLang="en-US">
                <a:solidFill>
                  <a:srgbClr val="00B0F0"/>
                </a:solidFill>
              </a:rPr>
              <a:t>随时间漂移、为什么</a:t>
            </a:r>
            <a:r>
              <a:rPr lang="zh-CN" altLang="en-US">
                <a:solidFill>
                  <a:srgbClr val="00B0F0"/>
                </a:solidFill>
              </a:rPr>
              <a:t>要有这几张表</a:t>
            </a:r>
            <a:endParaRPr lang="zh-CN" altLang="en-US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功能展示</a:t>
            </a:r>
            <a:endParaRPr sz="1050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Tuning 平台能力</a:t>
            </a:r>
            <a:endParaRPr sz="27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57325"/>
            <a:ext cx="108204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10875" y="466725"/>
            <a:ext cx="714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6954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650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实验记录与参数优化流程</a:t>
            </a:r>
            <a:endParaRPr sz="1650" b="1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2190750"/>
            <a:ext cx="5143500" cy="295275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38125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438525"/>
            <a:ext cx="472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实验记录界面截图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5257800"/>
            <a:ext cx="514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实验记录（Experiment Log）</a:t>
            </a:r>
            <a:endParaRPr sz="1275" b="1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76950" y="2190750"/>
            <a:ext cx="5429250" cy="295275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67450" y="238125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286500" y="3438525"/>
            <a:ext cx="501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算法配置界面截图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76950" y="5257800"/>
            <a:ext cx="542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Tuning 算法配置</a:t>
            </a:r>
            <a:endParaRPr sz="1275" b="1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5715000"/>
            <a:ext cx="38100" cy="419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95350" y="56578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通过贝叶斯优化选择算法参数，为下一轮实验提供参数建议</a:t>
            </a:r>
            <a:endParaRPr sz="1500" b="0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TUNING 算法验证</a:t>
            </a:r>
            <a:endParaRPr sz="1050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 1：数据集准备</a:t>
            </a:r>
            <a:endParaRPr sz="27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57325"/>
            <a:ext cx="108204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10875" y="466725"/>
            <a:ext cx="714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743075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整理实验数据集，明确后续算法验证所需的数据输入</a:t>
            </a:r>
            <a:endParaRPr sz="1500" b="0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2324100"/>
            <a:ext cx="3390900" cy="3200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695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1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2324100"/>
            <a:ext cx="3390900" cy="3200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3695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2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15300" y="2324100"/>
            <a:ext cx="3390900" cy="3200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0580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3695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3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TUNING 算法验证</a:t>
            </a:r>
            <a:endParaRPr sz="1050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 2：贝叶斯优化方法选择</a:t>
            </a:r>
            <a:endParaRPr sz="27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57325"/>
            <a:ext cx="108204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10875" y="466725"/>
            <a:ext cx="714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743075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说明贝叶斯优化方法的选择依据</a:t>
            </a:r>
            <a:endParaRPr sz="1500" b="0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2324100"/>
            <a:ext cx="3390900" cy="3200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695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1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2324100"/>
            <a:ext cx="3390900" cy="3200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3695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2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15300" y="2324100"/>
            <a:ext cx="3390900" cy="3200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0580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3695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3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TUNING 算法验证</a:t>
            </a:r>
            <a:endParaRPr sz="1050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 3：参数选择与 UCB 策略</a:t>
            </a:r>
            <a:endParaRPr sz="27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57325"/>
            <a:ext cx="108204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10875" y="466725"/>
            <a:ext cx="714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743075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展示参数选择过程及 UCB 策略的应用结果</a:t>
            </a:r>
            <a:endParaRPr sz="1500" b="0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2324100"/>
            <a:ext cx="3390900" cy="3200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695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1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2324100"/>
            <a:ext cx="3390900" cy="3200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3695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2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15300" y="2324100"/>
            <a:ext cx="3390900" cy="32004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0580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3695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3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TUNING 算法验证</a:t>
            </a:r>
            <a:endParaRPr sz="1050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 4：基于真实数据特征的模拟验证</a:t>
            </a:r>
            <a:endParaRPr sz="27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57325"/>
            <a:ext cx="108204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10875" y="466725"/>
            <a:ext cx="714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25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743075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拟合测试函数，用于算法对比与模拟测试</a:t>
            </a:r>
            <a:endParaRPr sz="1500" b="0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2324100"/>
            <a:ext cx="3390900" cy="257175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381375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1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2324100"/>
            <a:ext cx="3390900" cy="257175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3381375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2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15300" y="2324100"/>
            <a:ext cx="3390900" cy="257175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05800" y="251460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3381375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实验图表 3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5314950"/>
            <a:ext cx="38100" cy="790575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95350" y="52959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challenges</a:t>
            </a:r>
            <a:r>
              <a:rPr lang="zh-CN" altLang="en-US"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75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000250" y="5257800"/>
            <a:ext cx="9315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35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样本量与可执行轮次有限，验证成本较高、周期较长</a:t>
            </a:r>
            <a:endParaRPr sz="1350" b="0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5350" y="5781675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do</a:t>
            </a:r>
            <a:r>
              <a:rPr lang="zh-CN" altLang="en-US" sz="1275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75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00250" y="5743575"/>
            <a:ext cx="9315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35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开展真实实验，进一步检验算法有效性</a:t>
            </a:r>
            <a:endParaRPr sz="1350" b="0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问题复盘</a:t>
            </a:r>
            <a:endParaRPr sz="1050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P3 RCA 分析</a:t>
            </a:r>
            <a:endParaRPr sz="27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57325"/>
            <a:ext cx="108204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10875" y="466725"/>
            <a:ext cx="714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125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962150"/>
            <a:ext cx="10820400" cy="3429000"/>
          </a:xfrm>
          <a:prstGeom prst="rect">
            <a:avLst/>
          </a:prstGeom>
          <a:solidFill>
            <a:srgbClr val="F4F7FA"/>
          </a:solidFill>
          <a:ln w="14288">
            <a:solidFill>
              <a:srgbClr val="D7E0E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152650"/>
            <a:ext cx="342900" cy="38100"/>
          </a:xfrm>
          <a:prstGeom prst="rect">
            <a:avLst/>
          </a:prstGeom>
          <a:solidFill>
            <a:srgbClr val="1765A3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3448050"/>
            <a:ext cx="10401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5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P3 RCA 分析图</a:t>
            </a:r>
            <a:endParaRPr sz="1350" b="0">
              <a:solidFill>
                <a:srgbClr val="6275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55054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根因分析</a:t>
            </a:r>
            <a:endParaRPr sz="1275" b="1">
              <a:solidFill>
                <a:srgbClr val="17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5953125"/>
            <a:ext cx="108204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6096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3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65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结论与改进措施</a:t>
            </a:r>
            <a:endParaRPr sz="1350" b="1">
              <a:solidFill>
                <a:srgbClr val="1765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WPS 演示</Application>
  <PresentationFormat>Converted Presentation</PresentationFormat>
  <Paragraphs>120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微信用户</cp:lastModifiedBy>
  <cp:revision>2</cp:revision>
  <dcterms:created xsi:type="dcterms:W3CDTF">2026-10-13T14:30:47Z</dcterms:created>
  <dcterms:modified xsi:type="dcterms:W3CDTF">2026-10-13T14:31:02Z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44EDF6F0D1CD48D8ACC04B4001F6FE15_13</vt:lpwstr>
  </property>
</Properties>
</file>